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966" y="-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7D780-38F3-99E4-C3E3-35D6081BA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E26806-EDCC-4CDA-183B-801A7FBD4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FD537C-7F3B-FD3A-B399-DA9F32CF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10AA52-6E19-272E-C7FA-A7B447B6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98A91E-3BF8-D338-B503-8D3A5DDFF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07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70EBC6-BC49-CBD8-1611-BF5578506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6CF2C8-2597-36C0-EAD1-759D52D54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BDE01B-1200-F0F3-DDDB-30BB1FAA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7B511F-CA73-7747-95C9-094A9F5A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0224E6-1A27-A9F1-1623-6B2DA933C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89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07D8DC-4269-CF9F-A2B6-1487FAA23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CD9FAB-6FF6-7086-1D03-88BC2AD27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83EEB-0159-BD33-A5BB-FF6AD1B9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98B5E8-FD49-2A2C-F938-AAC4488C5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0CB7E-E9D8-6CF1-9CB4-AE0A710D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37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376E1F-9144-610B-AE75-A4985AAAD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3C26FB-45F3-CCAB-0A46-35943CFE4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276E44-1260-DD06-9885-C2F090377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9DED79-6135-2D07-8254-81DE984A6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E1C9D8-17AF-9746-8D32-DBACD1EA4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1DCDA4-B671-8B69-0C4B-1138B93F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69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5D996-6530-1238-A9F7-7235F26A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1FA867-B67F-3D1E-0E1A-D0B9B7216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426909-B433-E4CA-25B0-B76A877A9A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FBE915-DDB7-B4A1-5C52-46D1349B5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DBE573-F5E4-06B6-6312-43C9D9EDD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1BC4086-DCE0-B22D-B5AA-E8241393A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FDE123C-E00C-D43B-AD4D-19F85E1D4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EF64C3-244B-3E84-7422-7402747D5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47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C5AE6-3E24-F850-8F4F-286D48AA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DA8BEB8-AB4E-33FE-E378-E47E8376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0D17A6-C31C-DCEE-40E8-90ACEA86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704C2AC-BD12-B360-DC09-9985CD21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763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FB763B-5AF3-508E-1F41-6ABB65C1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B490D95-C725-6F45-733A-2879AB74F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E6ACA5-3DB6-1CBC-6B33-1FCF5A5A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72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23FCD5-24F9-DBFF-8FBE-1DF776E3F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7E6102-1E84-6A67-E738-E6D91D6E6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96D6FA-47A4-6DFB-7758-006481FC1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971223-EEF8-CCC3-B9BB-E4FD9AD29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23D265-3F70-9952-D1D4-7F5A59EC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9948E6-A615-2BEE-678C-89DDDF97E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78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BD218B-3669-1D9B-FFBC-C2C7E0F9F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16EBD8-6A46-5673-F946-E9B2303ED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9C0DE4-EB6A-0968-3D4B-6205EB523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2CCD87-572F-6748-9B9C-2EDFF969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273C06-BE9F-946F-C9A4-8CBA4786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65B041-1DDB-AB0C-2F6D-14591386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742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35E9F6-27E4-6F90-3819-AF63DC84A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584B16F-657B-2BEE-CF8B-089D52E42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9C9754-48E6-DAAA-8A5D-6FF48566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FB249B-33B2-B9CE-4B55-CF9DE53D6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B6B7A2-8755-41B5-4F82-6D76A158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71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2D9C54D-852B-D5EA-41C3-94548DE7E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2BD05C-9CA7-A33E-914E-93B3CDAB8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BCEF76-1839-836F-3F73-4E5BFC8D2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EE7414-5E83-38DB-4156-8B1BA56D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25C8BB-0CA5-BB29-1D58-9B532178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689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9E05FC-BD18-2A96-C60C-C6F45CD05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18902B-E5E9-CF51-7F81-AC1FBE7EE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C87C1-9C01-9BFB-89E9-2E15696AD2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B05156-44E5-43CC-AA00-58A234AA4E58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4B3B5-0B7A-9AE3-BD35-9FCF39DC5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86A46C-B40B-9245-7389-51F21FC28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68A1C-3578-42D3-8B5F-9A5C953233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419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그래픽, 그래픽 디자인, 클립아트, 그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84AF952-FEB0-C0E2-DD7A-21475AC4B3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60" y="2549236"/>
            <a:ext cx="1128334" cy="1079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07B308-0775-98FC-6A30-29DF6A8D9DD9}"/>
              </a:ext>
            </a:extLst>
          </p:cNvPr>
          <p:cNvSpPr txBox="1"/>
          <p:nvPr/>
        </p:nvSpPr>
        <p:spPr>
          <a:xfrm>
            <a:off x="508001" y="2427047"/>
            <a:ext cx="87745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4000" b="1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전남대학교 </a:t>
            </a:r>
            <a:r>
              <a:rPr lang="ko-KR" altLang="en-US" sz="4000" b="1" dirty="0" err="1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해양바이오식품학과</a:t>
            </a:r>
            <a:r>
              <a:rPr lang="ko-KR" altLang="en-US" sz="4000" b="1" dirty="0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 </a:t>
            </a:r>
            <a:endParaRPr lang="en-US" altLang="ko-KR" sz="4000" b="1" dirty="0">
              <a:latin typeface="나눔고딕OTF ExtraBold" panose="020D0904000000000000" pitchFamily="34" charset="-127"/>
              <a:ea typeface="나눔고딕OTF ExtraBold" panose="020D0904000000000000" pitchFamily="34" charset="-127"/>
            </a:endParaRPr>
          </a:p>
          <a:p>
            <a:pPr algn="r"/>
            <a:r>
              <a:rPr lang="ko-KR" altLang="en-US" sz="4000" b="1" dirty="0" err="1">
                <a:latin typeface="나눔고딕OTF ExtraBold" panose="020D0904000000000000" pitchFamily="34" charset="-127"/>
                <a:ea typeface="나눔고딕OTF ExtraBold" panose="020D0904000000000000" pitchFamily="34" charset="-127"/>
              </a:rPr>
              <a:t>식품가공학연구실</a:t>
            </a:r>
            <a:endParaRPr lang="ko-KR" altLang="en-US" sz="4000" b="1" dirty="0">
              <a:latin typeface="나눔고딕OTF ExtraBold" panose="020D0904000000000000" pitchFamily="34" charset="-127"/>
              <a:ea typeface="나눔고딕OTF ExtraBold" panose="020D09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2979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나눔고딕OTF ExtraBold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정성민</dc:creator>
  <cp:lastModifiedBy>정성민</cp:lastModifiedBy>
  <cp:revision>1</cp:revision>
  <dcterms:created xsi:type="dcterms:W3CDTF">2026-03-06T03:01:04Z</dcterms:created>
  <dcterms:modified xsi:type="dcterms:W3CDTF">2026-03-06T03:01:07Z</dcterms:modified>
</cp:coreProperties>
</file>